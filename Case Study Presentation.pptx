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sldIdLst>
    <p:sldId id="278" r:id="rId5"/>
    <p:sldId id="279" r:id="rId6"/>
    <p:sldId id="280" r:id="rId7"/>
    <p:sldId id="281" r:id="rId8"/>
    <p:sldId id="282" r:id="rId9"/>
    <p:sldId id="284" r:id="rId10"/>
    <p:sldId id="285" r:id="rId11"/>
    <p:sldId id="283" r:id="rId12"/>
    <p:sldId id="286" r:id="rId13"/>
    <p:sldId id="2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19" autoAdjust="0"/>
  </p:normalViewPr>
  <p:slideViewPr>
    <p:cSldViewPr snapToGrid="0">
      <p:cViewPr varScale="1">
        <p:scale>
          <a:sx n="58" d="100"/>
          <a:sy n="58" d="100"/>
        </p:scale>
        <p:origin x="132" y="2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4/26/2022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4/26/2022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4/26/2022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4/26/2022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4/26/2022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4/26/2022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4/26/2022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4/26/2022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4/26/2022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4/26/2022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4/26/2022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4/26/2022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4/26/2022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4/26/2022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4/26/2022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4/26/2022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4/26/2022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141406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PokéTheory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by</a:t>
            </a:r>
          </a:p>
          <a:p>
            <a:pPr algn="l"/>
            <a:r>
              <a:rPr lang="en-US" dirty="0"/>
              <a:t>Giorvanny Lindor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F82D1-7FB3-4494-AA34-184CB9948A85}"/>
              </a:ext>
            </a:extLst>
          </p:cNvPr>
          <p:cNvSpPr txBox="1"/>
          <p:nvPr/>
        </p:nvSpPr>
        <p:spPr>
          <a:xfrm>
            <a:off x="10225603" y="5087355"/>
            <a:ext cx="12988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4/26/2022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Table of Contents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 marL="36900" lvl="0" indent="0">
              <a:buNone/>
            </a:pPr>
            <a:r>
              <a:rPr lang="en-US" sz="2400" dirty="0"/>
              <a:t>About Me</a:t>
            </a:r>
          </a:p>
          <a:p>
            <a:pPr marL="36900" lvl="0" indent="0">
              <a:buNone/>
            </a:pPr>
            <a:r>
              <a:rPr lang="en-US" sz="2400" dirty="0"/>
              <a:t>Application Overview</a:t>
            </a:r>
          </a:p>
          <a:p>
            <a:pPr marL="36900" lvl="0" indent="0">
              <a:buNone/>
            </a:pPr>
            <a:r>
              <a:rPr lang="en-US" sz="2400" dirty="0"/>
              <a:t>Database Relationships</a:t>
            </a:r>
          </a:p>
          <a:p>
            <a:pPr marL="36900" lvl="0" indent="0">
              <a:buNone/>
            </a:pPr>
            <a:r>
              <a:rPr lang="en-US" sz="2400" dirty="0"/>
              <a:t>User Story</a:t>
            </a:r>
          </a:p>
          <a:p>
            <a:pPr marL="36900" lvl="0" indent="0">
              <a:buNone/>
            </a:pPr>
            <a:r>
              <a:rPr lang="en-US" sz="2400" dirty="0"/>
              <a:t>Application Demo</a:t>
            </a:r>
          </a:p>
          <a:p>
            <a:pPr marL="36900" lvl="0" indent="0">
              <a:buNone/>
            </a:pPr>
            <a:r>
              <a:rPr lang="en-US" sz="2400" dirty="0"/>
              <a:t>Software Testing</a:t>
            </a:r>
          </a:p>
          <a:p>
            <a:pPr marL="36900" lvl="0" indent="0">
              <a:buNone/>
            </a:pPr>
            <a:r>
              <a:rPr lang="en-US" sz="2400" dirty="0"/>
              <a:t>Questions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2BD34-56D1-4AC1-8C7D-0942C79B6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the Developer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C2A47-0BA9-430B-9196-1C759E9C8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50" y="2076451"/>
            <a:ext cx="3564686" cy="4012622"/>
          </a:xfrm>
        </p:spPr>
        <p:txBody>
          <a:bodyPr>
            <a:normAutofit lnSpcReduction="10000"/>
          </a:bodyPr>
          <a:lstStyle/>
          <a:p>
            <a:r>
              <a:rPr lang="en-US" sz="2600" b="1" dirty="0"/>
              <a:t>IT Professional</a:t>
            </a:r>
            <a:br>
              <a:rPr lang="en-US" sz="2600" b="1" dirty="0"/>
            </a:br>
            <a:br>
              <a:rPr lang="en-US" dirty="0"/>
            </a:br>
            <a:r>
              <a:rPr lang="en-US" dirty="0"/>
              <a:t>Worked at </a:t>
            </a:r>
            <a:r>
              <a:rPr lang="en-US" b="1" dirty="0"/>
              <a:t>Private Equity</a:t>
            </a:r>
            <a:r>
              <a:rPr lang="en-US" dirty="0"/>
              <a:t> firm </a:t>
            </a:r>
            <a:r>
              <a:rPr lang="en-US" i="1" dirty="0"/>
              <a:t>Nautic Partners, LLC </a:t>
            </a:r>
            <a:r>
              <a:rPr lang="en-US" dirty="0"/>
              <a:t>under their Senior IT Analyst. We were a two-man IT team for the entire firm, which gave me in-depth exposure to </a:t>
            </a:r>
            <a:r>
              <a:rPr lang="en-US" b="1" dirty="0"/>
              <a:t>Sysadmin</a:t>
            </a:r>
            <a:r>
              <a:rPr lang="en-US" dirty="0"/>
              <a:t> work in the high finance world.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FAB76B-4FB8-4B63-AA0B-68BA6AF7B9C6}"/>
              </a:ext>
            </a:extLst>
          </p:cNvPr>
          <p:cNvSpPr txBox="1">
            <a:spLocks/>
          </p:cNvSpPr>
          <p:nvPr/>
        </p:nvSpPr>
        <p:spPr>
          <a:xfrm>
            <a:off x="7678883" y="2076451"/>
            <a:ext cx="4233168" cy="437630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/>
              <a:t>Amateur Graphic Designer</a:t>
            </a:r>
            <a:br>
              <a:rPr lang="en-US" sz="2600" b="1" dirty="0"/>
            </a:br>
            <a:br>
              <a:rPr lang="en-US" dirty="0"/>
            </a:br>
            <a:r>
              <a:rPr lang="en-US" dirty="0"/>
              <a:t>For the past decade, I’ve used Adobe tools such as </a:t>
            </a:r>
            <a:r>
              <a:rPr lang="en-US" b="1" dirty="0"/>
              <a:t>Photoshop</a:t>
            </a:r>
            <a:r>
              <a:rPr lang="en-US" dirty="0"/>
              <a:t>, </a:t>
            </a:r>
            <a:r>
              <a:rPr lang="en-US" b="1" dirty="0"/>
              <a:t>Premiere</a:t>
            </a:r>
            <a:r>
              <a:rPr lang="en-US" dirty="0"/>
              <a:t>, and </a:t>
            </a:r>
            <a:r>
              <a:rPr lang="en-US" b="1" dirty="0"/>
              <a:t>Lightroom</a:t>
            </a:r>
            <a:r>
              <a:rPr lang="en-US" dirty="0"/>
              <a:t> nearly every day. Utilizing a Wacom digitizer, I’ve created numerous digital art pieces, and I use a Sony FE 35mm F1.4 GM lens for photography.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D3FEA3-8AA1-47E0-819E-7CCE66C97CA6}"/>
              </a:ext>
            </a:extLst>
          </p:cNvPr>
          <p:cNvSpPr txBox="1">
            <a:spLocks/>
          </p:cNvSpPr>
          <p:nvPr/>
        </p:nvSpPr>
        <p:spPr>
          <a:xfrm>
            <a:off x="3645176" y="2076450"/>
            <a:ext cx="3960969" cy="41719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/>
              <a:t>No Prior Programming</a:t>
            </a:r>
            <a:br>
              <a:rPr lang="en-US" sz="2600" b="1" dirty="0"/>
            </a:br>
            <a:br>
              <a:rPr lang="en-US" dirty="0"/>
            </a:br>
            <a:r>
              <a:rPr lang="en-US" dirty="0"/>
              <a:t>I’m a newbie. I learned Java, SQL, HTML, CSS and JavaScript all this year, and I look forward to continuously growing my ability in Java as an engineer.</a:t>
            </a:r>
          </a:p>
        </p:txBody>
      </p:sp>
    </p:spTree>
    <p:extLst>
      <p:ext uri="{BB962C8B-B14F-4D97-AF65-F5344CB8AC3E}">
        <p14:creationId xmlns:p14="http://schemas.microsoft.com/office/powerpoint/2010/main" val="521528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30D1-0219-4357-98F2-309BAB756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11FB9-A081-4891-93F8-FC1A3F0F1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5507787" cy="3867150"/>
          </a:xfrm>
        </p:spPr>
        <p:txBody>
          <a:bodyPr/>
          <a:lstStyle/>
          <a:p>
            <a:r>
              <a:rPr lang="en-US" dirty="0"/>
              <a:t>For this Full-Stack Web Development project, I have created a Pokémon website. Users can register, login, and begin building their very own Pokémon team using. Their team can be read, updated, or deleted to their liking. Each team has a maximum number of 6, as is standard for Pokémon battling format, and Pokémon of a team must be unique.</a:t>
            </a:r>
          </a:p>
        </p:txBody>
      </p:sp>
    </p:spTree>
    <p:extLst>
      <p:ext uri="{BB962C8B-B14F-4D97-AF65-F5344CB8AC3E}">
        <p14:creationId xmlns:p14="http://schemas.microsoft.com/office/powerpoint/2010/main" val="3990158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1C07E-55D1-4652-92DE-E348DC4E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67059" y="765463"/>
            <a:ext cx="10353762" cy="1257300"/>
          </a:xfrm>
        </p:spPr>
        <p:txBody>
          <a:bodyPr/>
          <a:lstStyle/>
          <a:p>
            <a:r>
              <a:rPr lang="en-US" dirty="0"/>
              <a:t>Database Relationships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B63D476-EB83-4046-9B34-FC44919E6D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5882" y="521062"/>
            <a:ext cx="4949510" cy="5815876"/>
          </a:xfrm>
        </p:spPr>
      </p:pic>
    </p:spTree>
    <p:extLst>
      <p:ext uri="{BB962C8B-B14F-4D97-AF65-F5344CB8AC3E}">
        <p14:creationId xmlns:p14="http://schemas.microsoft.com/office/powerpoint/2010/main" val="2520407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2B530-635B-48E2-A694-AE3605352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Application Demo!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1D205-58BE-40DA-ABCE-09DD44F30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633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43D9-E702-4866-9A1B-7DFA74500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DE616-912C-46C3-9A18-C10CCF6C8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14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00980-29FF-4B13-A3FA-CC0E7A6B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557" y="-216478"/>
            <a:ext cx="10353762" cy="1257300"/>
          </a:xfrm>
        </p:spPr>
        <p:txBody>
          <a:bodyPr/>
          <a:lstStyle/>
          <a:p>
            <a:r>
              <a:rPr lang="en-US" dirty="0"/>
              <a:t>Potential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360E64-7F10-4629-8FD5-B0845585E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836" y="703169"/>
            <a:ext cx="11970327" cy="6154831"/>
          </a:xfrm>
        </p:spPr>
      </p:pic>
    </p:spTree>
    <p:extLst>
      <p:ext uri="{BB962C8B-B14F-4D97-AF65-F5344CB8AC3E}">
        <p14:creationId xmlns:p14="http://schemas.microsoft.com/office/powerpoint/2010/main" val="1667399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EB4D0-7FAC-4F00-A6EF-019B4E4AB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440872"/>
            <a:ext cx="10353762" cy="1257300"/>
          </a:xfrm>
        </p:spPr>
        <p:txBody>
          <a:bodyPr>
            <a:noAutofit/>
          </a:bodyPr>
          <a:lstStyle/>
          <a:p>
            <a:r>
              <a:rPr lang="en-US" sz="10500" dirty="0"/>
              <a:t>Q/A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26F5D-69AB-4457-AC63-0B88A63A8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3429000"/>
            <a:ext cx="10353762" cy="523008"/>
          </a:xfrm>
        </p:spPr>
        <p:txBody>
          <a:bodyPr>
            <a:noAutofit/>
          </a:bodyPr>
          <a:lstStyle/>
          <a:p>
            <a:pPr marL="36900" indent="0" algn="ctr">
              <a:buNone/>
            </a:pPr>
            <a:r>
              <a:rPr lang="en-US" sz="4000" dirty="0"/>
              <a:t>Ask me anything</a:t>
            </a:r>
          </a:p>
        </p:txBody>
      </p:sp>
    </p:spTree>
    <p:extLst>
      <p:ext uri="{BB962C8B-B14F-4D97-AF65-F5344CB8AC3E}">
        <p14:creationId xmlns:p14="http://schemas.microsoft.com/office/powerpoint/2010/main" val="1532585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40044-97FF-4020-B4F8-90B9040E3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12000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D78A2-704C-482F-ACAD-92756D9B5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5277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{099CC5B5-C794-4ED2-9FD5-9067E7F89540}tf55705232_win32</Template>
  <TotalTime>140</TotalTime>
  <Words>248</Words>
  <Application>Microsoft Office PowerPoint</Application>
  <PresentationFormat>Widescreen</PresentationFormat>
  <Paragraphs>26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Goudy Old Style</vt:lpstr>
      <vt:lpstr>Wingdings 2</vt:lpstr>
      <vt:lpstr>SlateVTI</vt:lpstr>
      <vt:lpstr>PokéTheory</vt:lpstr>
      <vt:lpstr>Table of Contents</vt:lpstr>
      <vt:lpstr>Meet the Developer</vt:lpstr>
      <vt:lpstr>Application Overview</vt:lpstr>
      <vt:lpstr>Database Relationships</vt:lpstr>
      <vt:lpstr>Application Demo!</vt:lpstr>
      <vt:lpstr>Software Testing</vt:lpstr>
      <vt:lpstr>Potential</vt:lpstr>
      <vt:lpstr>Q/A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PokéTheory</dc:title>
  <dc:creator>Giorvanny Lindor</dc:creator>
  <cp:lastModifiedBy>Giorvanny Lindor</cp:lastModifiedBy>
  <cp:revision>3</cp:revision>
  <dcterms:created xsi:type="dcterms:W3CDTF">2022-04-26T14:48:12Z</dcterms:created>
  <dcterms:modified xsi:type="dcterms:W3CDTF">2022-04-26T17:09:02Z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